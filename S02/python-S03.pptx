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8" r:id="rId2"/>
    <p:sldId id="259" r:id="rId3"/>
    <p:sldId id="308" r:id="rId4"/>
    <p:sldId id="320" r:id="rId5"/>
    <p:sldId id="321" r:id="rId6"/>
    <p:sldId id="322" r:id="rId7"/>
    <p:sldId id="323" r:id="rId8"/>
    <p:sldId id="324" r:id="rId9"/>
    <p:sldId id="325" r:id="rId10"/>
    <p:sldId id="330" r:id="rId11"/>
    <p:sldId id="331" r:id="rId12"/>
    <p:sldId id="332" r:id="rId13"/>
    <p:sldId id="326" r:id="rId14"/>
    <p:sldId id="327" r:id="rId15"/>
    <p:sldId id="328" r:id="rId16"/>
    <p:sldId id="329" r:id="rId17"/>
    <p:sldId id="333" r:id="rId18"/>
    <p:sldId id="334" r:id="rId19"/>
    <p:sldId id="335" r:id="rId20"/>
    <p:sldId id="336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7" autoAdjust="0"/>
    <p:restoredTop sz="94660"/>
  </p:normalViewPr>
  <p:slideViewPr>
    <p:cSldViewPr snapToGrid="0">
      <p:cViewPr>
        <p:scale>
          <a:sx n="85" d="100"/>
          <a:sy n="85" d="100"/>
        </p:scale>
        <p:origin x="393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F974B-A7E7-4F83-B48F-3417BE9A34E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752D2-36E0-440B-8BEC-3F2C8D748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3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4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194A2-21BA-CA6B-9585-B023E803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D51C2-6928-8DB4-6627-9DC95F4B9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F7329-DEE1-D009-F288-90EE4D95E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34F00-3D17-42D3-FB62-792C942E6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97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D096-F06C-D73E-D076-4A4C787D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801DA-FE89-E56C-0273-4CEDDA5A5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3765F-1E56-1D68-14D8-2E1CE989D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FF4E1-91CF-EEDE-C039-4BE0B21D3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45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24E1-CE5D-D313-6970-68BF603C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BDE29-0B8A-3BC5-7BF5-8D370C0F6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1CD2-6B94-4788-353A-F37AAF5D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A0A2-87BE-9BDF-7D2A-B98D876E0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52D2-36E0-440B-8BEC-3F2C8D7482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0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0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4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2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6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7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6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4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4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59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14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4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09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10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B47A3A2-ECA8-4476-8799-B477369250B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5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ECB1-E27A-DCCA-29F1-06C948F8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نویسی به زبان پایتون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BE043-FD41-F519-FF34-77BB75E81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069563"/>
            <a:ext cx="9440034" cy="1049867"/>
          </a:xfrm>
        </p:spPr>
        <p:txBody>
          <a:bodyPr>
            <a:normAutofit/>
          </a:bodyPr>
          <a:lstStyle/>
          <a:p>
            <a:r>
              <a:rPr lang="fa-IR" sz="28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فصل سوم</a:t>
            </a:r>
            <a:endParaRPr lang="en-US" sz="28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30A84-1DF8-073B-20E4-AAF0DA1D3ECC}"/>
              </a:ext>
            </a:extLst>
          </p:cNvPr>
          <p:cNvSpPr txBox="1"/>
          <p:nvPr/>
        </p:nvSpPr>
        <p:spPr>
          <a:xfrm>
            <a:off x="1381272" y="5231255"/>
            <a:ext cx="9429456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بله: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@python2026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D6712-3E74-EF91-A874-D79782A60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9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7219-F361-5D1A-6CAB-979AD853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عملگر های شرطی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577825F-D4AD-7EA5-6200-551AD2EFF0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770411"/>
              </p:ext>
            </p:extLst>
          </p:nvPr>
        </p:nvGraphicFramePr>
        <p:xfrm>
          <a:off x="914400" y="1731963"/>
          <a:ext cx="10353675" cy="3840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934540765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30974001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66428358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عملگر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کاربرد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مثال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1738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&gt;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بزرگتر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5 &gt; 10 =&gt;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89314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&lt;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کوچک تر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5 &lt; 5 =&gt;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7284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&gt;=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بزرگتر یا مساوی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10 &gt;= 10 =&gt;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30019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&lt;=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کوچکتر یا مساوی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10 &lt;= 11 =&gt;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37093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==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تساوی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5 == 10 =&gt;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4375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1"/>
                      <a:r>
                        <a:rPr lang="en-US" sz="2800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!=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مخالف</a:t>
                      </a:r>
                      <a:endParaRPr lang="en-US" dirty="0"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5 != 10 =&gt;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441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52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05D5-C1C3-C463-F737-0AE2D53F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7EC7-73B8-12DB-99F1-AFDC22486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272" y="2885892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تمرین های کلاسی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C9248-50C6-CA56-69DE-D5F64CBAD95A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2971C-4011-AA5B-23C8-3101205BA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5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61A1-C7DB-31B1-7DF0-9752CC2F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6641-10C4-1368-8528-31EF9E04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1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99B0-CCE4-2D11-2F9E-7FF0821B5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اندازه سه ضلع یک مثلث را از کاربر با دستور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int(input())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بگیرد و سپس نوع مثلث را چاپ کند. (متساوی الاضلاع، متساوی الساقین، مختلف الاضلاع)</a:t>
            </a:r>
            <a:endParaRPr lang="en-US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45.90.72.56:3007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1274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B7F0-3462-5856-8930-1C9FD07F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D95D-0EC8-9A8A-9FF7-0EF86739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8C1C-021C-7932-77A8-9542C11F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یک عدد از کاربر بگیرد و بگوید این عدد زوج است یا فرد.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راهنمایی: از عملگر </a:t>
            </a: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%</a:t>
            </a: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 استفاده کنید</a:t>
            </a:r>
            <a:endParaRPr lang="en-US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45.90.72.56:3007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ctr" rtl="1">
              <a:lnSpc>
                <a:spcPct val="150000"/>
              </a:lnSpc>
            </a:pP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866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BB8B-7223-1AD0-CAAC-6676949C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7520-12E5-4731-F19F-66BC7146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C197B-B868-FDC3-DC48-1E78CB243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از کاربر یک رمز بگیر. اگر رمز «1234» بود بنویس «ورود موفق»، وگرنه بنویس «رمز اشتباه است».</a:t>
            </a:r>
            <a:endParaRPr lang="en-US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45.90.72.56:3007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ctr" rtl="1">
              <a:lnSpc>
                <a:spcPct val="150000"/>
              </a:lnSpc>
            </a:pP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8221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D1C4-DE64-22DB-FC6A-39828286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B1D6-483F-F55A-79C4-9704898B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4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0845-F124-F73A-3A22-1B38EF68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دو عدد از کاربر بگیر و چاپ کن کدام بزرگ‌تر است.</a:t>
            </a:r>
          </a:p>
        </p:txBody>
      </p:sp>
    </p:spTree>
    <p:extLst>
      <p:ext uri="{BB962C8B-B14F-4D97-AF65-F5344CB8AC3E}">
        <p14:creationId xmlns:p14="http://schemas.microsoft.com/office/powerpoint/2010/main" val="266169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168B-D670-7001-11F1-EF6BF7D9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9D3A-6DD1-6F87-D439-35A7CC1F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5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54F94-4762-D7E3-176D-EA82F190E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دمای امروز را از کاربر بگیر: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دما بالاتر از ۳۰ بود بنویس «هوا گرمه»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بین ۲۰ و ۳۰ بود بنویس «هوا عالیه»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کمتر از ۲۰ بود بنویس «هوا سرده»</a:t>
            </a:r>
          </a:p>
        </p:txBody>
      </p:sp>
    </p:spTree>
    <p:extLst>
      <p:ext uri="{BB962C8B-B14F-4D97-AF65-F5344CB8AC3E}">
        <p14:creationId xmlns:p14="http://schemas.microsoft.com/office/powerpoint/2010/main" val="54495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B860-662A-CBAB-2429-87D51F4A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AC10-0896-BFE5-B539-375809C0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6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809D7-FEEE-5457-7098-AE9D4FB13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سن کاربر را بگیر: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زیر ۷ سال است → «ورود رایگان»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بین ۷ تا ۱۵ سال → «بلیت نیم‌بها»</a:t>
            </a:r>
          </a:p>
          <a:p>
            <a:pPr algn="ct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اگر بالای ۱۵ → «بلیت کامل»</a:t>
            </a:r>
          </a:p>
        </p:txBody>
      </p:sp>
    </p:spTree>
    <p:extLst>
      <p:ext uri="{BB962C8B-B14F-4D97-AF65-F5344CB8AC3E}">
        <p14:creationId xmlns:p14="http://schemas.microsoft.com/office/powerpoint/2010/main" val="257956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F7C1-919D-D93E-A8CC-947DC3682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217C-3BDC-47D8-3D72-7228E00C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و اگر.... و اگر.... و اگر.....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68E12-EAB2-AC44-08B7-9F092700B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580050"/>
            <a:ext cx="4970902" cy="5076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46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41C8-4CA2-A5BC-BAF3-E8FD05EC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D1ED-A566-35D0-B20F-BFA51638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and 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 و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91D7AA-7F73-6E90-522C-A879C0764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07" y="1876312"/>
            <a:ext cx="10847338" cy="41183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0108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1B34-7888-8768-942A-5157A0C9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A69E-8F42-43C7-217B-3C62D4A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and 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 و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59E4B3-BFCB-C115-7801-D59C2ADBB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550" y="1584199"/>
            <a:ext cx="9724252" cy="510648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54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3719-25CC-948C-E7B8-9ACD4929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C443-C2FF-0A8B-03BE-2A4122F16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272" y="2885892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کتابخانه رندوم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220C1-1007-645D-7985-F75ED10EA4AE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6093E-1DCA-F908-640F-B1EAD3A88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7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D83-CCE0-5025-1826-618C4816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6247A-B601-0C45-26B7-4DACB49A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ساخت یک عدد تصادفی بین 1 تا 10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F62A9-1968-8D0A-4360-5BE600B4B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735" y="2277985"/>
            <a:ext cx="10559882" cy="34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185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D127-D355-AEA0-B34E-1973CFD2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2F33-0868-AE3C-3657-868266B4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انتخاب یک کلمه تصادفی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0928D4-5838-3544-027B-5BC76AAF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2431422"/>
            <a:ext cx="10353675" cy="266031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5265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869D-24EA-572E-40E3-EEA73B6A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C99A-6885-192F-CFAC-EC6E133C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DC443-1BD1-F11A-9D7B-FAFA8ECB4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یک تاس را شبیه سازی کنید. یعنی یک عدد رندوم بین 1 تا 6 بسازید و چاپ کنید.</a:t>
            </a:r>
            <a:endParaRPr lang="en-US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4400" dirty="0">
                <a:latin typeface="IRANSans" panose="02040503050201020203" pitchFamily="18" charset="-78"/>
                <a:cs typeface="IRANSans" panose="02040503050201020203" pitchFamily="18" charset="-78"/>
              </a:rPr>
              <a:t>10.80.96.30:3007</a:t>
            </a:r>
            <a:endParaRPr lang="fa-IR" sz="4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0239C89-94B1-E1C2-69BB-75A72BC9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77" y="92144"/>
            <a:ext cx="5037616" cy="16403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51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38AD-29D0-6933-D500-CBCA4798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8BB0-938A-C678-128F-2470CEA7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BBCE-FEB6-2810-0681-887A2A45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یک سکه را شبیه سازی کنید. یعنی بین دو کلمه شیر یا خط به صورت رندوم یکی را چاپ کنید.</a:t>
            </a:r>
            <a:endParaRPr lang="en-US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10.80.96.30:3007</a:t>
            </a:r>
            <a:endParaRPr lang="fa-IR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>
              <a:lnSpc>
                <a:spcPct val="150000"/>
              </a:lnSpc>
            </a:pPr>
            <a:endParaRPr lang="en-US" sz="32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5E0FBA1E-7F91-6F60-9568-25DB3D7C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29" y="4108756"/>
            <a:ext cx="9553541" cy="245472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286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B13E-7524-1DCC-3AEB-AC2F25EC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85FB-D492-9256-FD08-C7B9A332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C6FB-0200-DB33-CDC2-FE866F53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به صورت رندوم شام امشب را انتخاب کند. </a:t>
            </a:r>
          </a:p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لازانیا، پیتزا، برگر، پاستا، استیک</a:t>
            </a:r>
          </a:p>
        </p:txBody>
      </p:sp>
    </p:spTree>
    <p:extLst>
      <p:ext uri="{BB962C8B-B14F-4D97-AF65-F5344CB8AC3E}">
        <p14:creationId xmlns:p14="http://schemas.microsoft.com/office/powerpoint/2010/main" val="328867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CEA2-B325-C9D4-EADC-201A9FA49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202A-F706-26D3-462F-354B4AE4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F18DE-FFB0-E06C-2108-CA97FDC3C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یک بازی سنگ کاغذ قیچی بسازید. به این صورت که اول یک کلمه ورودی از کاربر بگیرد و سپس خود کامپیوتر به صورت تصادفی سنگ، کاغذ یا قیچی را انتخاب کند. در نهایت برنده بازی را مشخص کند.</a:t>
            </a:r>
          </a:p>
        </p:txBody>
      </p:sp>
    </p:spTree>
    <p:extLst>
      <p:ext uri="{BB962C8B-B14F-4D97-AF65-F5344CB8AC3E}">
        <p14:creationId xmlns:p14="http://schemas.microsoft.com/office/powerpoint/2010/main" val="400338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922E-6776-A07E-F7C9-FA5EB1D6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32F0-E963-B2ED-1337-79107003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تمرین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98685-55A1-CB64-06C6-0BCC309C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44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نام سه نفر را بگیرد و بین این سه نفر یکی را به صورت رندوم انتخاب کند و چاپ کند</a:t>
            </a:r>
          </a:p>
        </p:txBody>
      </p:sp>
    </p:spTree>
    <p:extLst>
      <p:ext uri="{BB962C8B-B14F-4D97-AF65-F5344CB8AC3E}">
        <p14:creationId xmlns:p14="http://schemas.microsoft.com/office/powerpoint/2010/main" val="364428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AF5D-C38F-AC7F-348F-2D293314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9336-2112-9982-9D57-07EE783F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2407442"/>
          </a:xfrm>
        </p:spPr>
        <p:txBody>
          <a:bodyPr>
            <a:normAutofit/>
          </a:bodyPr>
          <a:lstStyle/>
          <a:p>
            <a:pPr rtl="1"/>
            <a:r>
              <a:rPr lang="fa-IR" sz="8000" b="1" dirty="0">
                <a:latin typeface="IRANSans" panose="02040503050201020203" pitchFamily="18" charset="-78"/>
                <a:cs typeface="IRANSans" panose="02040503050201020203" pitchFamily="18" charset="-78"/>
              </a:rPr>
              <a:t>موفق باشید</a:t>
            </a:r>
            <a:endParaRPr lang="en-US" sz="80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C19DC-A4D1-56F7-08F4-160D5A70FB45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B4FB1-79B5-7FE0-813D-3B30A92B2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D89AA7FD-2B55-55E4-A4B1-C1B937315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49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1346</TotalTime>
  <Words>477</Words>
  <Application>Microsoft Office PowerPoint</Application>
  <PresentationFormat>Widescreen</PresentationFormat>
  <Paragraphs>82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Calisto MT</vt:lpstr>
      <vt:lpstr>IRANSans</vt:lpstr>
      <vt:lpstr>Wingdings 2</vt:lpstr>
      <vt:lpstr>Slate</vt:lpstr>
      <vt:lpstr>برنامه نویسی به زبان پایتون</vt:lpstr>
      <vt:lpstr>عملگر های شرطی</vt:lpstr>
      <vt:lpstr>تمرین های کلاسی</vt:lpstr>
      <vt:lpstr>تمرین 1</vt:lpstr>
      <vt:lpstr>تمرین 2</vt:lpstr>
      <vt:lpstr>تمرین 3</vt:lpstr>
      <vt:lpstr>تمرین 4</vt:lpstr>
      <vt:lpstr>تمرین 5</vt:lpstr>
      <vt:lpstr>تمرین 6</vt:lpstr>
      <vt:lpstr>و اگر.... و اگر.... و اگر.....</vt:lpstr>
      <vt:lpstr>and  و or</vt:lpstr>
      <vt:lpstr>and  و or</vt:lpstr>
      <vt:lpstr>کتابخانه رندوم</vt:lpstr>
      <vt:lpstr>ساخت یک عدد تصادفی بین 1 تا 10</vt:lpstr>
      <vt:lpstr>انتخاب یک کلمه تصادفی</vt:lpstr>
      <vt:lpstr>تمرین 1</vt:lpstr>
      <vt:lpstr>تمرین 2</vt:lpstr>
      <vt:lpstr>تمرین 3</vt:lpstr>
      <vt:lpstr>تمرین 4</vt:lpstr>
      <vt:lpstr>تمرین 5</vt:lpstr>
      <vt:lpstr>موفق باشید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137</cp:revision>
  <dcterms:created xsi:type="dcterms:W3CDTF">2025-09-22T17:48:50Z</dcterms:created>
  <dcterms:modified xsi:type="dcterms:W3CDTF">2025-11-18T10:29:22Z</dcterms:modified>
</cp:coreProperties>
</file>