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8" r:id="rId2"/>
    <p:sldId id="358" r:id="rId3"/>
    <p:sldId id="345" r:id="rId4"/>
    <p:sldId id="346" r:id="rId5"/>
    <p:sldId id="347" r:id="rId6"/>
    <p:sldId id="355" r:id="rId7"/>
    <p:sldId id="321" r:id="rId8"/>
    <p:sldId id="323" r:id="rId9"/>
    <p:sldId id="348" r:id="rId10"/>
    <p:sldId id="353" r:id="rId11"/>
    <p:sldId id="354" r:id="rId12"/>
    <p:sldId id="349" r:id="rId13"/>
    <p:sldId id="350" r:id="rId14"/>
    <p:sldId id="356" r:id="rId15"/>
    <p:sldId id="351" r:id="rId16"/>
    <p:sldId id="357" r:id="rId17"/>
    <p:sldId id="352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30" r:id="rId27"/>
    <p:sldId id="331" r:id="rId28"/>
    <p:sldId id="332" r:id="rId29"/>
    <p:sldId id="326" r:id="rId30"/>
    <p:sldId id="327" r:id="rId31"/>
    <p:sldId id="328" r:id="rId32"/>
    <p:sldId id="329" r:id="rId33"/>
    <p:sldId id="333" r:id="rId34"/>
    <p:sldId id="334" r:id="rId35"/>
    <p:sldId id="335" r:id="rId36"/>
    <p:sldId id="336" r:id="rId37"/>
    <p:sldId id="359" r:id="rId38"/>
    <p:sldId id="266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93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F974B-A7E7-4F83-B48F-3417BE9A34E5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752D2-36E0-440B-8BEC-3F2C8D748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3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4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EA29-6C4B-83BF-6540-4378A3C2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A9A55-388F-CC58-9670-9D81F548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693CD-42F2-2EE4-55FB-4F471B6BE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6CD0-125E-3440-C92D-1062D3E1B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06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6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EE1D-8857-D48F-B7D7-8339B365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84239-C1E6-68E6-7C62-DAFE758C4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521DB-C5B4-3EBD-18B6-90792DF79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BDEA7-DED4-704D-B85D-23423727D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0806-26A2-EE2B-B25B-94680A3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99806-D2D8-F177-CA80-A9B147830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7E2EB-EB27-79F3-3F46-B4052A84B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59BF8-4D8C-3573-D382-9FB9FE841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98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D096-F06C-D73E-D076-4A4C787D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801DA-FE89-E56C-0273-4CEDDA5A5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3765F-1E56-1D68-14D8-2E1CE989D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FF4E1-91CF-EEDE-C039-4BE0B21D3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45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6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24E1-CE5D-D313-6970-68BF603C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BDE29-0B8A-3BC5-7BF5-8D370C0F6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1CD2-6B94-4788-353A-F37AAF5D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A0A2-87BE-9BDF-7D2A-B98D876E0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0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0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4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2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6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7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6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4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4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59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14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4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09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10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B47A3A2-ECA8-4476-8799-B477369250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5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ECB1-E27A-DCCA-29F1-06C948F8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نویسی به زبان پایتون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BE043-FD41-F519-FF34-77BB75E81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069563"/>
            <a:ext cx="9440034" cy="1049867"/>
          </a:xfrm>
        </p:spPr>
        <p:txBody>
          <a:bodyPr>
            <a:normAutofit/>
          </a:bodyPr>
          <a:lstStyle/>
          <a:p>
            <a:r>
              <a:rPr lang="fa-IR" sz="28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فصل چهارم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30A84-1DF8-073B-20E4-AAF0DA1D3ECC}"/>
              </a:ext>
            </a:extLst>
          </p:cNvPr>
          <p:cNvSpPr txBox="1"/>
          <p:nvPr/>
        </p:nvSpPr>
        <p:spPr>
          <a:xfrm>
            <a:off x="1381272" y="5231255"/>
            <a:ext cx="942945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بله: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@python2026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D6712-3E74-EF91-A874-D79782A60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9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8307-28E5-80F2-4089-0E125B7D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834B5-D32A-DB17-844B-83BD393E1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en-US" sz="8000" b="1" dirty="0">
                <a:latin typeface="IRANSans" panose="02040503050201020203" pitchFamily="18" charset="-78"/>
                <a:cs typeface="IRANSans" panose="02040503050201020203" pitchFamily="18" charset="-78"/>
              </a:rPr>
              <a:t>45.90.72.56:3007</a:t>
            </a:r>
            <a:endParaRPr lang="en-US" sz="80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326E6-9360-0781-5B34-70AB6F82B58E}"/>
              </a:ext>
            </a:extLst>
          </p:cNvPr>
          <p:cNvSpPr txBox="1"/>
          <p:nvPr/>
        </p:nvSpPr>
        <p:spPr>
          <a:xfrm>
            <a:off x="1381272" y="5231255"/>
            <a:ext cx="942945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بله: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@python2026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</p:spTree>
    <p:extLst>
      <p:ext uri="{BB962C8B-B14F-4D97-AF65-F5344CB8AC3E}">
        <p14:creationId xmlns:p14="http://schemas.microsoft.com/office/powerpoint/2010/main" val="987548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F1DE1-C8F0-7AEF-6B51-116DE531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7AA9-3382-C3CC-38E7-E96F1E90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حلقه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9BDCCE-EF86-35D2-091B-FACEAA13F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322" y="2176609"/>
            <a:ext cx="9509832" cy="31699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921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FEFA-3267-8668-9BF1-F7C50357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68BF-A5BE-E46E-56AA-7F393897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حلقه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54035D-C965-8E74-868F-DB2330486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381" y="2215878"/>
            <a:ext cx="10217712" cy="309140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939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0647-6A82-029F-B025-3980B5B9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31F6-4EA8-9705-92AD-123CEA65C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حلقه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F7C78D-5BF2-BAA0-D22C-7E048B838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624" y="2445880"/>
            <a:ext cx="9705228" cy="26314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138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4C10-F1CB-82D3-FB46-314D2913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976E-13DF-26B3-AA9B-C1B90A74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شکستن حلقه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6" name="Content Placeholder 5" descr="A screen shot of text&#10;&#10;AI-generated content may be incorrect.">
            <a:extLst>
              <a:ext uri="{FF2B5EF4-FFF2-40B4-BE49-F238E27FC236}">
                <a16:creationId xmlns:a16="http://schemas.microsoft.com/office/drawing/2014/main" id="{C13FC92F-A7B3-39F7-C41B-7D66633BD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359" y="1638067"/>
            <a:ext cx="7483756" cy="424703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129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B7F0-3462-5856-8930-1C9FD07F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D95D-0EC8-9A8A-9FF7-0EF86739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8C1C-021C-7932-77A8-9542C11F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را از کاربر گرفته و اعداد زوج 1 تا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را چاپ کند.</a:t>
            </a:r>
          </a:p>
        </p:txBody>
      </p:sp>
    </p:spTree>
    <p:extLst>
      <p:ext uri="{BB962C8B-B14F-4D97-AF65-F5344CB8AC3E}">
        <p14:creationId xmlns:p14="http://schemas.microsoft.com/office/powerpoint/2010/main" val="177866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D1C4-DE64-22DB-FC6A-39828286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B1D6-483F-F55A-79C4-9704898B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4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0845-F124-F73A-3A22-1B38EF68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>
              <a:lnSpc>
                <a:spcPct val="150000"/>
              </a:lnSpc>
            </a:pPr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یک بازی کامپیوتری بسازید که یک عدد رندوم بین 1 تا 10 توسط کامپیوتر انتخاب شود و کاربر 10 شانس برای حدس این عدد داشته باشد. اگر اشتباه جواب داد بگوید که حدس کاربر بزرگتر است یا کوچک تر</a:t>
            </a:r>
          </a:p>
        </p:txBody>
      </p:sp>
    </p:spTree>
    <p:extLst>
      <p:ext uri="{BB962C8B-B14F-4D97-AF65-F5344CB8AC3E}">
        <p14:creationId xmlns:p14="http://schemas.microsoft.com/office/powerpoint/2010/main" val="266169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82D1-7183-A480-B611-CC6658AB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7D50-8551-FD20-D004-1AAEF153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مثال های شمارش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0FFA3-5582-3A70-A4D3-5A4B6DD6F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تعداد اعداد مضرب 3 بین 1 تا 100 را چاپ کنید</a:t>
            </a:r>
            <a:endParaRPr lang="en-US" sz="36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marL="36900" indent="0" algn="r" rtl="1">
              <a:buNone/>
            </a:pPr>
            <a:endParaRPr lang="en-US" sz="36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C751DB-8BE9-3735-507E-879B649C3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600" y="2536552"/>
            <a:ext cx="7760152" cy="459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71BB-2B8F-13F3-689E-4D008E17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D7C9-488B-F53D-F436-4C5E19D9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22CFC-F0B2-BE52-25C7-975979D3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>
              <a:lnSpc>
                <a:spcPct val="150000"/>
              </a:lnSpc>
            </a:pPr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که، 10 عدد از کاربر گرفته و تعداد اعداد بزرگتر از 10 را چاپ کند.</a:t>
            </a:r>
          </a:p>
        </p:txBody>
      </p:sp>
    </p:spTree>
    <p:extLst>
      <p:ext uri="{BB962C8B-B14F-4D97-AF65-F5344CB8AC3E}">
        <p14:creationId xmlns:p14="http://schemas.microsoft.com/office/powerpoint/2010/main" val="232000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18D0-16B8-D25A-8270-A2D8520C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2F12-9CC5-FF08-F8D7-47B5DCB1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0A6F9-8872-ECBF-20BA-2586FBE28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که، 10 عدد از کاربر بگیرد و تعداد اعداد زوج را چاپ کند</a:t>
            </a:r>
          </a:p>
          <a:p>
            <a:pPr algn="ct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http://45.90.72.56:3007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683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1194C-DE6C-2428-BCB8-D7164584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E8FC-468A-6C7A-BB2A-70BD96D6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حلقه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while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E8E5F1-5345-DDF0-6A2E-4521B028C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055" y="1632953"/>
            <a:ext cx="6449242" cy="5895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5712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E079-1348-95DE-1B5E-C435A3A0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1EE3-4B8B-5E41-4414-22E1B6F9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حلقه بینهایت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9F2FA2-5547-2D7B-6119-F560E44EF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481" y="1918558"/>
            <a:ext cx="9971512" cy="36860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576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29E8-E919-BA2E-F584-F2E80035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DF60-00BF-E318-C530-60272E225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لیست ها در پایتون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7270E-5206-8EAD-1A55-7913BE02CFB9}"/>
              </a:ext>
            </a:extLst>
          </p:cNvPr>
          <p:cNvSpPr txBox="1"/>
          <p:nvPr/>
        </p:nvSpPr>
        <p:spPr>
          <a:xfrm>
            <a:off x="1381272" y="5231255"/>
            <a:ext cx="942945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بله: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@python2026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DF201-FA96-4109-E557-ED5B61182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41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8B36-92A2-ADEE-276A-5E4F14E3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C7A2-8453-C46D-B047-D0E987BB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لیست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F8D787-EED8-12FC-855F-E558DD84C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198" y="2395791"/>
            <a:ext cx="10236956" cy="19686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1373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3ED6-D31B-6340-1854-95C23ED0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FA30-5DE2-DDB4-06CF-BB96349F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لیست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07EC94-B509-F646-170F-E6CFAE111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277" y="1685566"/>
            <a:ext cx="10376798" cy="44549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641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D858-40F1-0F22-00BA-A46FD5F1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737E-2190-24C2-950B-80ED95AD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لیست ها در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23E0F4-515F-6C39-A049-445368C6B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57" y="3158326"/>
            <a:ext cx="11731162" cy="120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34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EAFD2-B0A2-33C9-0D31-85CBAC6C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2A7D-A7D6-7F7A-74F3-7DDBEE09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D1E2-B721-115E-D27F-3188D1544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 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را از کاربر گرفته و سپس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عدد دیگر از کاربر دریافت کرده و آنها را پشت هم چاپ کند.</a:t>
            </a:r>
          </a:p>
        </p:txBody>
      </p:sp>
    </p:spTree>
    <p:extLst>
      <p:ext uri="{BB962C8B-B14F-4D97-AF65-F5344CB8AC3E}">
        <p14:creationId xmlns:p14="http://schemas.microsoft.com/office/powerpoint/2010/main" val="216040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C90D-0FCF-A488-4CED-A611AFA0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A136-4B20-2697-007A-71AE00C9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1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42E5C-CC8A-0C10-650B-C277412D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یک آرایه 100 عضوی از اعداد رندوم بسازد و تعداد اعداد زوج آن را شمارده و چاپ کند.</a:t>
            </a:r>
          </a:p>
        </p:txBody>
      </p:sp>
    </p:spTree>
    <p:extLst>
      <p:ext uri="{BB962C8B-B14F-4D97-AF65-F5344CB8AC3E}">
        <p14:creationId xmlns:p14="http://schemas.microsoft.com/office/powerpoint/2010/main" val="41772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03EA-BF33-A682-B33B-0A67AD04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43CC-82BC-08DA-CD6F-D5CE24DD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2549-8C6C-D7F1-B940-CBC6BFEA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را از کاربر دریافت کند و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دایره با رنگ های تصادفی روی صفحه پایگیم نمایش دهد</a:t>
            </a:r>
          </a:p>
        </p:txBody>
      </p:sp>
    </p:spTree>
    <p:extLst>
      <p:ext uri="{BB962C8B-B14F-4D97-AF65-F5344CB8AC3E}">
        <p14:creationId xmlns:p14="http://schemas.microsoft.com/office/powerpoint/2010/main" val="388555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E799-B328-E5DF-8FD0-4DEFE347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1571-0CEB-5381-F3C8-E720BD5D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9D00-F928-76D3-DB63-74F2DB27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را از کاربر دریافت کند و مشخاصت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n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کاربر را در یک آرایه از دیکشنریها ذخیره کند و در نهایت آرایه نهایی را چاپ کند. (نام، نام خانوادگی، سن، قد، وزن)</a:t>
            </a:r>
          </a:p>
        </p:txBody>
      </p:sp>
    </p:spTree>
    <p:extLst>
      <p:ext uri="{BB962C8B-B14F-4D97-AF65-F5344CB8AC3E}">
        <p14:creationId xmlns:p14="http://schemas.microsoft.com/office/powerpoint/2010/main" val="263078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70F1-7A37-C15C-2F40-D4FF3BDA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BB15-0B73-EE08-4B53-F1E07D59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15D7-755E-FBB6-C7F1-D62BD88B3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تابعی بنویسید که، یک عدد به عنوان ورودی از کاربر گرفته و اگر زوج بود 0 را برگرداند در غیر این صورت 1 را برگرداند</a:t>
            </a:r>
          </a:p>
        </p:txBody>
      </p:sp>
    </p:spTree>
    <p:extLst>
      <p:ext uri="{BB962C8B-B14F-4D97-AF65-F5344CB8AC3E}">
        <p14:creationId xmlns:p14="http://schemas.microsoft.com/office/powerpoint/2010/main" val="34844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60DD-7585-CAF2-9D2A-08B9254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BAA1-7D3C-BBE8-FEE7-A5510235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ABED-B1B2-46A8-CED6-FEEA31C2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تابعی بنویسید که، یک جمله به عنوان ورودی گرفته و تعداد کلمات آن را برگرداند.</a:t>
            </a:r>
          </a:p>
          <a:p>
            <a:pPr marL="36900" indent="0" algn="l">
              <a:lnSpc>
                <a:spcPct val="150000"/>
              </a:lnSpc>
              <a:buNone/>
            </a:pPr>
            <a:r>
              <a:rPr lang="en-US" sz="4400" dirty="0" err="1">
                <a:latin typeface="IRANSans" panose="02040503050201020203" pitchFamily="18" charset="-78"/>
                <a:cs typeface="IRANSans" panose="02040503050201020203" pitchFamily="18" charset="-78"/>
              </a:rPr>
              <a:t>count_words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(text)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2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AA1D-FD07-5BE0-996D-BEB346E4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25AE-30F7-2D2A-67CC-B05ED88C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471DB-ECEA-A366-54CA-101969002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که، یک عدد از کاربر گرفته و شمارنده های آن عدد را چاپ کند.</a:t>
            </a:r>
          </a:p>
        </p:txBody>
      </p:sp>
    </p:spTree>
    <p:extLst>
      <p:ext uri="{BB962C8B-B14F-4D97-AF65-F5344CB8AC3E}">
        <p14:creationId xmlns:p14="http://schemas.microsoft.com/office/powerpoint/2010/main" val="369150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C894-212B-D640-EDC7-FED130AD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EC2B-E5AB-2591-62F4-128DF2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تکلیف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E1D2-66EB-2FE8-AA59-834E07FD5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تابعی بنویسید که، یک عدد به عنوان ورودی دریافت کند و اگر این عدد اول بود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True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و اگر مرکب بود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False</a:t>
            </a:r>
            <a:r>
              <a:rPr lang="fa-IR" sz="4400">
                <a:latin typeface="IRANSans" panose="02040503050201020203" pitchFamily="18" charset="-78"/>
                <a:cs typeface="IRANSans" panose="02040503050201020203" pitchFamily="18" charset="-78"/>
              </a:rPr>
              <a:t> را بعنوان خروجی برگرداند.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856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F7C1-919D-D93E-A8CC-947DC3682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217C-3BDC-47D8-3D72-7228E00C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و اگر.... و اگر.... و اگر.....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68E12-EAB2-AC44-08B7-9F092700B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580050"/>
            <a:ext cx="4970902" cy="5076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469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41C8-4CA2-A5BC-BAF3-E8FD05EC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D1ED-A566-35D0-B20F-BFA51638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and 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 و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91D7AA-7F73-6E90-522C-A879C0764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07" y="1876312"/>
            <a:ext cx="10847338" cy="41183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0108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1B34-7888-8768-942A-5157A0C9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A69E-8F42-43C7-217B-3C62D4A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and 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 و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59E4B3-BFCB-C115-7801-D59C2ADBB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550" y="1584199"/>
            <a:ext cx="9724252" cy="510648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54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3719-25CC-948C-E7B8-9ACD4929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C443-C2FF-0A8B-03BE-2A4122F16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272" y="2885892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کتابخانه رندوم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220C1-1007-645D-7985-F75ED10EA4AE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6093E-1DCA-F908-640F-B1EAD3A88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7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D83-CCE0-5025-1826-618C4816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247A-B601-0C45-26B7-4DACB49A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ساخت یک عدد تصادفی بین 1 تا 10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F62A9-1968-8D0A-4360-5BE600B4B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735" y="2277985"/>
            <a:ext cx="10559882" cy="34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85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D127-D355-AEA0-B34E-1973CFD2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2F33-0868-AE3C-3657-868266B4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انتخاب یک کلمه تصادفی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0928D4-5838-3544-027B-5BC76AAF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2431422"/>
            <a:ext cx="10353675" cy="26603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5265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869D-24EA-572E-40E3-EEA73B6A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C99A-6885-192F-CFAC-EC6E133C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DC443-1BD1-F11A-9D7B-FAFA8ECB4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یک تاس را شبیه سازی کنید. یعنی یک عدد رندوم بین 1 تا 6 بسازید و چاپ کنید.</a:t>
            </a:r>
            <a:endParaRPr lang="en-US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10.80.96.30:3007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0239C89-94B1-E1C2-69BB-75A72BC9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77" y="92144"/>
            <a:ext cx="5037616" cy="16403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51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38AD-29D0-6933-D500-CBCA4798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8BB0-938A-C678-128F-2470CEA7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BBCE-FEB6-2810-0681-887A2A45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یک سکه را شبیه سازی کنید. یعنی بین دو کلمه شیر یا خط به صورت رندوم یکی را چاپ کنید.</a:t>
            </a:r>
            <a:endParaRPr lang="en-US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10.80.96.30:3007</a:t>
            </a:r>
            <a:endParaRPr lang="fa-IR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endParaRPr lang="en-US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5E0FBA1E-7F91-6F60-9568-25DB3D7C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29" y="4108756"/>
            <a:ext cx="9553541" cy="24547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286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B13E-7524-1DCC-3AEB-AC2F25EC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85FB-D492-9256-FD08-C7B9A332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C6FB-0200-DB33-CDC2-FE866F53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به صورت رندوم شام امشب را انتخاب کند. </a:t>
            </a:r>
          </a:p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لازانیا، پیتزا، برگر، پاستا، استیک</a:t>
            </a:r>
          </a:p>
        </p:txBody>
      </p:sp>
    </p:spTree>
    <p:extLst>
      <p:ext uri="{BB962C8B-B14F-4D97-AF65-F5344CB8AC3E}">
        <p14:creationId xmlns:p14="http://schemas.microsoft.com/office/powerpoint/2010/main" val="328867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CEA2-B325-C9D4-EADC-201A9FA4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202A-F706-26D3-462F-354B4AE4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F18DE-FFB0-E06C-2108-CA97FDC3C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یک بازی سنگ کاغذ قیچی بسازید. به این صورت که اول یک کلمه ورودی از کاربر بگیرد و سپس خود کامپیوتر به صورت تصادفی سنگ، کاغذ یا قیچی را انتخاب کند. در نهایت برنده بازی را مشخص کند.</a:t>
            </a:r>
          </a:p>
        </p:txBody>
      </p:sp>
    </p:spTree>
    <p:extLst>
      <p:ext uri="{BB962C8B-B14F-4D97-AF65-F5344CB8AC3E}">
        <p14:creationId xmlns:p14="http://schemas.microsoft.com/office/powerpoint/2010/main" val="400338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922E-6776-A07E-F7C9-FA5EB1D6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32F0-E963-B2ED-1337-79107003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8685-55A1-CB64-06C6-0BCC309C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نام سه نفر را بگیرد و بین این سه نفر یکی را به صورت رندوم انتخاب کند و چاپ کند</a:t>
            </a:r>
          </a:p>
        </p:txBody>
      </p:sp>
    </p:spTree>
    <p:extLst>
      <p:ext uri="{BB962C8B-B14F-4D97-AF65-F5344CB8AC3E}">
        <p14:creationId xmlns:p14="http://schemas.microsoft.com/office/powerpoint/2010/main" val="364428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DDAE-10F6-BAF4-6C06-CA3E5ABB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DC7B-9DE4-6E60-8536-22930B12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کوییز شماره 1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E9E9-6725-CC6C-9A4A-984679901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5004940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نام سه نفر را بگیرد و بین این سه نفر یکی را به صورت رندوم انتخاب کند و چاپ کند. اگر اسم های وارد شده تکراری بود کلمه </a:t>
            </a: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Error</a:t>
            </a: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 را چاپ کند.</a:t>
            </a:r>
          </a:p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که، 10 عدد از کاربر بگیرد و تعداد اعداد زوج را چاپ کند</a:t>
            </a:r>
          </a:p>
        </p:txBody>
      </p:sp>
    </p:spTree>
    <p:extLst>
      <p:ext uri="{BB962C8B-B14F-4D97-AF65-F5344CB8AC3E}">
        <p14:creationId xmlns:p14="http://schemas.microsoft.com/office/powerpoint/2010/main" val="270741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AF5D-C38F-AC7F-348F-2D293314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9336-2112-9982-9D57-07EE783F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2407442"/>
          </a:xfrm>
        </p:spPr>
        <p:txBody>
          <a:bodyPr>
            <a:normAutofit/>
          </a:bodyPr>
          <a:lstStyle/>
          <a:p>
            <a:pPr rtl="1"/>
            <a:r>
              <a:rPr lang="fa-IR" sz="8000" b="1" dirty="0">
                <a:latin typeface="IRANSans" panose="02040503050201020203" pitchFamily="18" charset="-78"/>
                <a:cs typeface="IRANSans" panose="02040503050201020203" pitchFamily="18" charset="-78"/>
              </a:rPr>
              <a:t>موفق باشید</a:t>
            </a:r>
            <a:endParaRPr lang="en-US" sz="80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C19DC-A4D1-56F7-08F4-160D5A70FB45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B4FB1-79B5-7FE0-813D-3B30A92B2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D89AA7FD-2B55-55E4-A4B1-C1B937315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49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1576</TotalTime>
  <Words>698</Words>
  <Application>Microsoft Office PowerPoint</Application>
  <PresentationFormat>Widescreen</PresentationFormat>
  <Paragraphs>86</Paragraphs>
  <Slides>38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Calibri</vt:lpstr>
      <vt:lpstr>Calisto MT</vt:lpstr>
      <vt:lpstr>IRANSans</vt:lpstr>
      <vt:lpstr>Wingdings 2</vt:lpstr>
      <vt:lpstr>Slate</vt:lpstr>
      <vt:lpstr>برنامه نویسی به زبان پایتون</vt:lpstr>
      <vt:lpstr>45.90.72.56:3007</vt:lpstr>
      <vt:lpstr>حلقه ها در پایتون</vt:lpstr>
      <vt:lpstr>حلقه ها در پایتون</vt:lpstr>
      <vt:lpstr>حلقه ها در پایتون</vt:lpstr>
      <vt:lpstr>شکستن حلقه</vt:lpstr>
      <vt:lpstr>تمرین 2</vt:lpstr>
      <vt:lpstr>تمرین 4</vt:lpstr>
      <vt:lpstr>مثال های شمارش</vt:lpstr>
      <vt:lpstr>تمرین 1</vt:lpstr>
      <vt:lpstr>تمرین 2</vt:lpstr>
      <vt:lpstr>حلقه while</vt:lpstr>
      <vt:lpstr>حلقه بینهایت</vt:lpstr>
      <vt:lpstr>لیست ها در پایتون</vt:lpstr>
      <vt:lpstr>لیست ها در پایتون</vt:lpstr>
      <vt:lpstr>لیست ها در پایتون</vt:lpstr>
      <vt:lpstr>لیست ها در پایتون</vt:lpstr>
      <vt:lpstr>تمرین 7</vt:lpstr>
      <vt:lpstr>تمرین 1</vt:lpstr>
      <vt:lpstr>تمرین 2</vt:lpstr>
      <vt:lpstr>تمرین 3</vt:lpstr>
      <vt:lpstr>تمرین 3</vt:lpstr>
      <vt:lpstr>تمرین 3</vt:lpstr>
      <vt:lpstr>تمرین 3</vt:lpstr>
      <vt:lpstr>تکلیف</vt:lpstr>
      <vt:lpstr>و اگر.... و اگر.... و اگر.....</vt:lpstr>
      <vt:lpstr>and  و or</vt:lpstr>
      <vt:lpstr>and  و or</vt:lpstr>
      <vt:lpstr>کتابخانه رندوم</vt:lpstr>
      <vt:lpstr>ساخت یک عدد تصادفی بین 1 تا 10</vt:lpstr>
      <vt:lpstr>انتخاب یک کلمه تصادفی</vt:lpstr>
      <vt:lpstr>تمرین 1</vt:lpstr>
      <vt:lpstr>تمرین 2</vt:lpstr>
      <vt:lpstr>تمرین 3</vt:lpstr>
      <vt:lpstr>تمرین 4</vt:lpstr>
      <vt:lpstr>تمرین 5</vt:lpstr>
      <vt:lpstr>کوییز شماره 1</vt:lpstr>
      <vt:lpstr>موفق باشید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165</cp:revision>
  <dcterms:created xsi:type="dcterms:W3CDTF">2025-09-22T17:48:50Z</dcterms:created>
  <dcterms:modified xsi:type="dcterms:W3CDTF">2026-01-26T10:44:55Z</dcterms:modified>
</cp:coreProperties>
</file>