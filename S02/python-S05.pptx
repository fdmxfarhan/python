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8" r:id="rId2"/>
    <p:sldId id="358" r:id="rId3"/>
    <p:sldId id="323" r:id="rId4"/>
    <p:sldId id="359" r:id="rId5"/>
    <p:sldId id="360" r:id="rId6"/>
    <p:sldId id="362" r:id="rId7"/>
    <p:sldId id="363" r:id="rId8"/>
    <p:sldId id="361"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97" autoAdjust="0"/>
    <p:restoredTop sz="94660"/>
  </p:normalViewPr>
  <p:slideViewPr>
    <p:cSldViewPr snapToGrid="0">
      <p:cViewPr>
        <p:scale>
          <a:sx n="80" d="100"/>
          <a:sy n="80" d="100"/>
        </p:scale>
        <p:origin x="591" y="15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F974B-A7E7-4F83-B48F-3417BE9A34E5}"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752D2-36E0-440B-8BEC-3F2C8D7482B5}" type="slidenum">
              <a:rPr lang="en-US" smtClean="0"/>
              <a:t>‹#›</a:t>
            </a:fld>
            <a:endParaRPr lang="en-US"/>
          </a:p>
        </p:txBody>
      </p:sp>
    </p:spTree>
    <p:extLst>
      <p:ext uri="{BB962C8B-B14F-4D97-AF65-F5344CB8AC3E}">
        <p14:creationId xmlns:p14="http://schemas.microsoft.com/office/powerpoint/2010/main" val="1586032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52D2-36E0-440B-8BEC-3F2C8D7482B5}" type="slidenum">
              <a:rPr lang="en-US" smtClean="0"/>
              <a:t>1</a:t>
            </a:fld>
            <a:endParaRPr lang="en-US"/>
          </a:p>
        </p:txBody>
      </p:sp>
    </p:spTree>
    <p:extLst>
      <p:ext uri="{BB962C8B-B14F-4D97-AF65-F5344CB8AC3E}">
        <p14:creationId xmlns:p14="http://schemas.microsoft.com/office/powerpoint/2010/main" val="415604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EA29-6C4B-83BF-6540-4378A3C2C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A9A55-388F-CC58-9670-9D81F548C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693CD-42F2-2EE4-55FB-4F471B6BEF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F76CD0-125E-3440-C92D-1062D3E1B7B0}"/>
              </a:ext>
            </a:extLst>
          </p:cNvPr>
          <p:cNvSpPr>
            <a:spLocks noGrp="1"/>
          </p:cNvSpPr>
          <p:nvPr>
            <p:ph type="sldNum" sz="quarter" idx="5"/>
          </p:nvPr>
        </p:nvSpPr>
        <p:spPr/>
        <p:txBody>
          <a:bodyPr/>
          <a:lstStyle/>
          <a:p>
            <a:fld id="{7CC752D2-36E0-440B-8BEC-3F2C8D7482B5}" type="slidenum">
              <a:rPr lang="en-US" smtClean="0"/>
              <a:t>2</a:t>
            </a:fld>
            <a:endParaRPr lang="en-US"/>
          </a:p>
        </p:txBody>
      </p:sp>
    </p:spTree>
    <p:extLst>
      <p:ext uri="{BB962C8B-B14F-4D97-AF65-F5344CB8AC3E}">
        <p14:creationId xmlns:p14="http://schemas.microsoft.com/office/powerpoint/2010/main" val="3392006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52D2-36E0-440B-8BEC-3F2C8D7482B5}" type="slidenum">
              <a:rPr lang="en-US" smtClean="0"/>
              <a:t>8</a:t>
            </a:fld>
            <a:endParaRPr lang="en-US"/>
          </a:p>
        </p:txBody>
      </p:sp>
    </p:spTree>
    <p:extLst>
      <p:ext uri="{BB962C8B-B14F-4D97-AF65-F5344CB8AC3E}">
        <p14:creationId xmlns:p14="http://schemas.microsoft.com/office/powerpoint/2010/main" val="3135571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049601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21249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47A3A2-ECA8-4476-8799-B477369250BE}"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408714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30020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47A3A2-ECA8-4476-8799-B477369250BE}"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53122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47A3A2-ECA8-4476-8799-B477369250BE}"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31476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47A3A2-ECA8-4476-8799-B477369250BE}"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699071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50961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99540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971960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914341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15902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32914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B47A3A2-ECA8-4476-8799-B477369250BE}"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928145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B47A3A2-ECA8-4476-8799-B477369250BE}"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061909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208510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650435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B47A3A2-ECA8-4476-8799-B477369250BE}" type="datetimeFigureOut">
              <a:rPr lang="en-US" smtClean="0"/>
              <a:t>2/2/2026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C989485-DE94-4435-9899-A1C4B6015D4C}" type="slidenum">
              <a:rPr lang="en-US" smtClean="0"/>
              <a:t>‹#›</a:t>
            </a:fld>
            <a:endParaRPr lang="en-US"/>
          </a:p>
        </p:txBody>
      </p:sp>
    </p:spTree>
    <p:extLst>
      <p:ext uri="{BB962C8B-B14F-4D97-AF65-F5344CB8AC3E}">
        <p14:creationId xmlns:p14="http://schemas.microsoft.com/office/powerpoint/2010/main" val="37493589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ECB1-E27A-DCCA-29F1-06C948F894EE}"/>
              </a:ext>
            </a:extLst>
          </p:cNvPr>
          <p:cNvSpPr>
            <a:spLocks noGrp="1"/>
          </p:cNvSpPr>
          <p:nvPr>
            <p:ph type="ctrTitle"/>
          </p:nvPr>
        </p:nvSpPr>
        <p:spPr>
          <a:xfrm>
            <a:off x="1370693" y="2240764"/>
            <a:ext cx="9440034" cy="1828801"/>
          </a:xfrm>
        </p:spPr>
        <p:txBody>
          <a:bodyPr>
            <a:normAutofit/>
          </a:bodyPr>
          <a:lstStyle/>
          <a:p>
            <a:pPr rtl="1"/>
            <a:r>
              <a:rPr lang="fa-IR" sz="6600" b="1" dirty="0">
                <a:latin typeface="IRANSans" panose="02040503050201020203" pitchFamily="18" charset="-78"/>
                <a:cs typeface="IRANSans" panose="02040503050201020203" pitchFamily="18" charset="-78"/>
              </a:rPr>
              <a:t>برنامه نویسی به زبان پایتون</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3" name="Subtitle 2">
            <a:extLst>
              <a:ext uri="{FF2B5EF4-FFF2-40B4-BE49-F238E27FC236}">
                <a16:creationId xmlns:a16="http://schemas.microsoft.com/office/drawing/2014/main" id="{4C2BE043-FD41-F519-FF34-77BB75E81D27}"/>
              </a:ext>
            </a:extLst>
          </p:cNvPr>
          <p:cNvSpPr>
            <a:spLocks noGrp="1"/>
          </p:cNvSpPr>
          <p:nvPr>
            <p:ph type="subTitle" idx="1"/>
          </p:nvPr>
        </p:nvSpPr>
        <p:spPr>
          <a:xfrm>
            <a:off x="1370693" y="4069563"/>
            <a:ext cx="9440034" cy="1049867"/>
          </a:xfrm>
        </p:spPr>
        <p:txBody>
          <a:bodyPr>
            <a:normAutofit/>
          </a:bodyPr>
          <a:lstStyle/>
          <a:p>
            <a:r>
              <a:rPr lang="fa-IR" sz="2800" b="1" dirty="0">
                <a:solidFill>
                  <a:srgbClr val="92D050"/>
                </a:solidFill>
                <a:latin typeface="IRANSans" panose="02040503050201020203" pitchFamily="18" charset="-78"/>
                <a:cs typeface="IRANSans" panose="02040503050201020203" pitchFamily="18" charset="-78"/>
              </a:rPr>
              <a:t>فصل پنجم</a:t>
            </a:r>
          </a:p>
        </p:txBody>
      </p:sp>
      <p:sp>
        <p:nvSpPr>
          <p:cNvPr id="4" name="TextBox 3">
            <a:extLst>
              <a:ext uri="{FF2B5EF4-FFF2-40B4-BE49-F238E27FC236}">
                <a16:creationId xmlns:a16="http://schemas.microsoft.com/office/drawing/2014/main" id="{4D530A84-1DF8-073B-20E4-AAF0DA1D3ECC}"/>
              </a:ext>
            </a:extLst>
          </p:cNvPr>
          <p:cNvSpPr txBox="1"/>
          <p:nvPr/>
        </p:nvSpPr>
        <p:spPr>
          <a:xfrm>
            <a:off x="1381272" y="5231255"/>
            <a:ext cx="9429456" cy="1523494"/>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000" dirty="0">
                <a:latin typeface="IRANSans" panose="02040503050201020203" pitchFamily="18" charset="-78"/>
                <a:cs typeface="IRANSans" panose="02040503050201020203" pitchFamily="18" charset="-78"/>
              </a:rPr>
              <a:t>کانال بله: </a:t>
            </a:r>
            <a:r>
              <a:rPr lang="en-US" sz="2000" dirty="0">
                <a:solidFill>
                  <a:srgbClr val="00B0F0"/>
                </a:solidFill>
                <a:latin typeface="IRANSans" panose="02040503050201020203" pitchFamily="18" charset="-78"/>
                <a:cs typeface="IRANSans" panose="02040503050201020203" pitchFamily="18" charset="-78"/>
              </a:rPr>
              <a:t>@python2026</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0B2D6712-3E74-EF91-A874-D79782A60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Tree>
    <p:extLst>
      <p:ext uri="{BB962C8B-B14F-4D97-AF65-F5344CB8AC3E}">
        <p14:creationId xmlns:p14="http://schemas.microsoft.com/office/powerpoint/2010/main" val="365389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8307-28E5-80F2-4089-0E125B7D6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834B5-D32A-DB17-844B-83BD393E103C}"/>
              </a:ext>
            </a:extLst>
          </p:cNvPr>
          <p:cNvSpPr>
            <a:spLocks noGrp="1"/>
          </p:cNvSpPr>
          <p:nvPr>
            <p:ph type="ctrTitle"/>
          </p:nvPr>
        </p:nvSpPr>
        <p:spPr>
          <a:xfrm>
            <a:off x="1370693" y="2240764"/>
            <a:ext cx="9440034" cy="1828801"/>
          </a:xfrm>
        </p:spPr>
        <p:txBody>
          <a:bodyPr>
            <a:normAutofit/>
          </a:bodyPr>
          <a:lstStyle/>
          <a:p>
            <a:pPr rtl="1"/>
            <a:r>
              <a:rPr lang="en-US" sz="8000" b="1" dirty="0">
                <a:latin typeface="IRANSans" panose="02040503050201020203" pitchFamily="18" charset="-78"/>
                <a:cs typeface="IRANSans" panose="02040503050201020203" pitchFamily="18" charset="-78"/>
              </a:rPr>
              <a:t>45.90.72.56:3007</a:t>
            </a:r>
            <a:endParaRPr lang="en-US" sz="80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11D326E6-9360-0781-5B34-70AB6F82B58E}"/>
              </a:ext>
            </a:extLst>
          </p:cNvPr>
          <p:cNvSpPr txBox="1"/>
          <p:nvPr/>
        </p:nvSpPr>
        <p:spPr>
          <a:xfrm>
            <a:off x="1381272" y="5231255"/>
            <a:ext cx="9429456" cy="1523494"/>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000" dirty="0">
                <a:latin typeface="IRANSans" panose="02040503050201020203" pitchFamily="18" charset="-78"/>
                <a:cs typeface="IRANSans" panose="02040503050201020203" pitchFamily="18" charset="-78"/>
              </a:rPr>
              <a:t>کانال بله: </a:t>
            </a:r>
            <a:r>
              <a:rPr lang="en-US" sz="2000" dirty="0">
                <a:solidFill>
                  <a:srgbClr val="00B0F0"/>
                </a:solidFill>
                <a:latin typeface="IRANSans" panose="02040503050201020203" pitchFamily="18" charset="-78"/>
                <a:cs typeface="IRANSans" panose="02040503050201020203" pitchFamily="18" charset="-78"/>
              </a:rPr>
              <a:t>@python2026</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spTree>
    <p:extLst>
      <p:ext uri="{BB962C8B-B14F-4D97-AF65-F5344CB8AC3E}">
        <p14:creationId xmlns:p14="http://schemas.microsoft.com/office/powerpoint/2010/main" val="987548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D1C4-DE64-22DB-FC6A-39828286F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8B1D6-483F-F55A-79C4-9704898BB005}"/>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وایب کدینگ</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59710845-F124-F73A-3A22-1B38EF68E5A1}"/>
              </a:ext>
            </a:extLst>
          </p:cNvPr>
          <p:cNvSpPr>
            <a:spLocks noGrp="1"/>
          </p:cNvSpPr>
          <p:nvPr>
            <p:ph idx="1"/>
          </p:nvPr>
        </p:nvSpPr>
        <p:spPr>
          <a:xfrm>
            <a:off x="913794" y="1732449"/>
            <a:ext cx="10353762" cy="4058751"/>
          </a:xfrm>
        </p:spPr>
        <p:txBody>
          <a:bodyPr>
            <a:normAutofit/>
          </a:bodyPr>
          <a:lstStyle/>
          <a:p>
            <a:pPr algn="just" rtl="1">
              <a:lnSpc>
                <a:spcPct val="150000"/>
              </a:lnSpc>
            </a:pPr>
            <a:r>
              <a:rPr lang="fa-IR" b="1" dirty="0">
                <a:latin typeface="IRANSans" panose="02040503050201020203" pitchFamily="18" charset="-78"/>
                <a:cs typeface="IRANSans" panose="02040503050201020203" pitchFamily="18" charset="-78"/>
              </a:rPr>
              <a:t>وایب کدینگ (</a:t>
            </a:r>
            <a:r>
              <a:rPr lang="en-US" b="1" dirty="0">
                <a:latin typeface="IRANSans" panose="02040503050201020203" pitchFamily="18" charset="-78"/>
                <a:cs typeface="IRANSans" panose="02040503050201020203" pitchFamily="18" charset="-78"/>
              </a:rPr>
              <a:t>Vibe Coding</a:t>
            </a:r>
            <a:r>
              <a:rPr lang="fa-IR" b="1" dirty="0">
                <a:latin typeface="IRANSans" panose="02040503050201020203" pitchFamily="18" charset="-78"/>
                <a:cs typeface="IRANSans" panose="02040503050201020203" pitchFamily="18" charset="-78"/>
              </a:rPr>
              <a:t>) یک روش برنامه‌نویسی نوآورانه است که از ابزارهای هوش مصنوعی برای ترجمه توضیحات کلامی به کد کاربردی استفاده نموده و کاربران را قادر می‌سازد تا بدون مهارت‌های کدنویسی سنتی یا دانش فنی عمیق، اپلیکیشن‌ها را توسعه دهند.</a:t>
            </a:r>
          </a:p>
        </p:txBody>
      </p:sp>
      <p:pic>
        <p:nvPicPr>
          <p:cNvPr id="6" name="Picture 5">
            <a:extLst>
              <a:ext uri="{FF2B5EF4-FFF2-40B4-BE49-F238E27FC236}">
                <a16:creationId xmlns:a16="http://schemas.microsoft.com/office/drawing/2014/main" id="{59A488FF-F9F9-2981-5CC6-738516D0A6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6146" y="3250716"/>
            <a:ext cx="6134192" cy="3254571"/>
          </a:xfrm>
          <a:prstGeom prst="rect">
            <a:avLst/>
          </a:prstGeom>
        </p:spPr>
      </p:pic>
    </p:spTree>
    <p:extLst>
      <p:ext uri="{BB962C8B-B14F-4D97-AF65-F5344CB8AC3E}">
        <p14:creationId xmlns:p14="http://schemas.microsoft.com/office/powerpoint/2010/main" val="266169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F9599-6A5A-BB52-7617-FF87E54EC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97D4E-758C-C9A7-2307-E7EE2C13827D}"/>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انتخاب هوش مصنوعی</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5" name="Content Placeholder 4">
            <a:extLst>
              <a:ext uri="{FF2B5EF4-FFF2-40B4-BE49-F238E27FC236}">
                <a16:creationId xmlns:a16="http://schemas.microsoft.com/office/drawing/2014/main" id="{39AF4F41-E013-B7BD-6F0E-43D48457F6CD}"/>
              </a:ext>
            </a:extLst>
          </p:cNvPr>
          <p:cNvPicPr>
            <a:picLocks noGrp="1" noChangeAspect="1"/>
          </p:cNvPicPr>
          <p:nvPr>
            <p:ph idx="1"/>
          </p:nvPr>
        </p:nvPicPr>
        <p:blipFill>
          <a:blip r:embed="rId2"/>
          <a:stretch>
            <a:fillRect/>
          </a:stretch>
        </p:blipFill>
        <p:spPr>
          <a:xfrm>
            <a:off x="544476" y="3238568"/>
            <a:ext cx="6087588" cy="3009832"/>
          </a:xfrm>
          <a:prstGeom prst="rect">
            <a:avLst/>
          </a:prstGeom>
          <a:effectLst>
            <a:outerShdw blurRad="25400" dir="17880000">
              <a:srgbClr val="000000">
                <a:alpha val="46000"/>
              </a:srgbClr>
            </a:outerShdw>
          </a:effectLst>
        </p:spPr>
      </p:pic>
      <p:pic>
        <p:nvPicPr>
          <p:cNvPr id="8" name="Picture 7">
            <a:extLst>
              <a:ext uri="{FF2B5EF4-FFF2-40B4-BE49-F238E27FC236}">
                <a16:creationId xmlns:a16="http://schemas.microsoft.com/office/drawing/2014/main" id="{FB5491F4-60C5-C453-457E-9D23C8461DDB}"/>
              </a:ext>
            </a:extLst>
          </p:cNvPr>
          <p:cNvPicPr>
            <a:picLocks noChangeAspect="1"/>
          </p:cNvPicPr>
          <p:nvPr/>
        </p:nvPicPr>
        <p:blipFill>
          <a:blip r:embed="rId3"/>
          <a:stretch>
            <a:fillRect/>
          </a:stretch>
        </p:blipFill>
        <p:spPr>
          <a:xfrm>
            <a:off x="6754219" y="3238568"/>
            <a:ext cx="4686057" cy="3009832"/>
          </a:xfrm>
          <a:prstGeom prst="rect">
            <a:avLst/>
          </a:prstGeom>
        </p:spPr>
      </p:pic>
    </p:spTree>
    <p:extLst>
      <p:ext uri="{BB962C8B-B14F-4D97-AF65-F5344CB8AC3E}">
        <p14:creationId xmlns:p14="http://schemas.microsoft.com/office/powerpoint/2010/main" val="5340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6F379-98DD-019E-92BA-12019173B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13351-BB67-1B79-640F-BEBA2E09111D}"/>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نصب ماژول ها</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14C7895C-EF2F-34EB-85F9-D609596B0960}"/>
              </a:ext>
            </a:extLst>
          </p:cNvPr>
          <p:cNvSpPr>
            <a:spLocks noGrp="1"/>
          </p:cNvSpPr>
          <p:nvPr>
            <p:ph idx="1"/>
          </p:nvPr>
        </p:nvSpPr>
        <p:spPr>
          <a:xfrm>
            <a:off x="913794" y="1732449"/>
            <a:ext cx="10353762" cy="4058751"/>
          </a:xfrm>
        </p:spPr>
        <p:txBody>
          <a:bodyPr>
            <a:normAutofit/>
          </a:bodyPr>
          <a:lstStyle/>
          <a:p>
            <a:pPr algn="just" rtl="1">
              <a:lnSpc>
                <a:spcPct val="150000"/>
              </a:lnSpc>
            </a:pPr>
            <a:r>
              <a:rPr lang="fa-IR" b="1" dirty="0">
                <a:latin typeface="IRANSans" panose="02040503050201020203" pitchFamily="18" charset="-78"/>
                <a:cs typeface="IRANSans" panose="02040503050201020203" pitchFamily="18" charset="-78"/>
              </a:rPr>
              <a:t>نصب ماژول های پایتون با استفاده از </a:t>
            </a:r>
            <a:r>
              <a:rPr lang="en-US" b="1" dirty="0">
                <a:latin typeface="IRANSans" panose="02040503050201020203" pitchFamily="18" charset="-78"/>
                <a:cs typeface="IRANSans" panose="02040503050201020203" pitchFamily="18" charset="-78"/>
              </a:rPr>
              <a:t>pip</a:t>
            </a:r>
            <a:r>
              <a:rPr lang="fa-IR" b="1" dirty="0">
                <a:latin typeface="IRANSans" panose="02040503050201020203" pitchFamily="18" charset="-78"/>
                <a:cs typeface="IRANSans" panose="02040503050201020203" pitchFamily="18" charset="-78"/>
              </a:rPr>
              <a:t> انجام می‌شود. معمولا در وایب کدینگ هوش مصنوعی لیست ماژول ها یا پکیج هایی که به صورت پیش فرض نصب نیستند را میدهد تا بتوان آنها را نصب کرد به عنوان مثال:</a:t>
            </a:r>
          </a:p>
        </p:txBody>
      </p:sp>
      <p:pic>
        <p:nvPicPr>
          <p:cNvPr id="5" name="Picture 4">
            <a:extLst>
              <a:ext uri="{FF2B5EF4-FFF2-40B4-BE49-F238E27FC236}">
                <a16:creationId xmlns:a16="http://schemas.microsoft.com/office/drawing/2014/main" id="{209CA290-FE90-1BB1-72F0-4A93B0C2EF15}"/>
              </a:ext>
            </a:extLst>
          </p:cNvPr>
          <p:cNvPicPr>
            <a:picLocks noChangeAspect="1"/>
          </p:cNvPicPr>
          <p:nvPr/>
        </p:nvPicPr>
        <p:blipFill>
          <a:blip r:embed="rId2"/>
          <a:stretch>
            <a:fillRect/>
          </a:stretch>
        </p:blipFill>
        <p:spPr>
          <a:xfrm>
            <a:off x="807820" y="3674429"/>
            <a:ext cx="10565710" cy="1887704"/>
          </a:xfrm>
          <a:prstGeom prst="rect">
            <a:avLst/>
          </a:prstGeom>
        </p:spPr>
      </p:pic>
    </p:spTree>
    <p:extLst>
      <p:ext uri="{BB962C8B-B14F-4D97-AF65-F5344CB8AC3E}">
        <p14:creationId xmlns:p14="http://schemas.microsoft.com/office/powerpoint/2010/main" val="328467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AC295-BA5E-48D9-ECC4-FEAB00428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B7FDE-AB98-6D6D-E8D5-C1C6465DE6A3}"/>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اجرای برنامه و دیباگ کردن</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D9F34706-B32A-E4B3-E430-28A153C1738F}"/>
              </a:ext>
            </a:extLst>
          </p:cNvPr>
          <p:cNvSpPr>
            <a:spLocks noGrp="1"/>
          </p:cNvSpPr>
          <p:nvPr>
            <p:ph idx="1"/>
          </p:nvPr>
        </p:nvSpPr>
        <p:spPr>
          <a:xfrm>
            <a:off x="913794" y="1732449"/>
            <a:ext cx="10353762" cy="4058751"/>
          </a:xfrm>
        </p:spPr>
        <p:txBody>
          <a:bodyPr>
            <a:normAutofit/>
          </a:bodyPr>
          <a:lstStyle/>
          <a:p>
            <a:pPr algn="just" rtl="1">
              <a:lnSpc>
                <a:spcPct val="150000"/>
              </a:lnSpc>
            </a:pPr>
            <a:r>
              <a:rPr lang="fa-IR" b="1" dirty="0">
                <a:latin typeface="IRANSans" panose="02040503050201020203" pitchFamily="18" charset="-78"/>
                <a:cs typeface="IRANSans" panose="02040503050201020203" pitchFamily="18" charset="-78"/>
              </a:rPr>
              <a:t>هیچ هوش مصنوعی نمیتواند 100 درصد کد بدون ارور بسازد. علت این مشکل این است که کاربرها با سیستم عامل ها و نرم افزار های متفاوت جهت اجرای برنامه ها استفاده میکنند. ممکن است روی یک سیستم پیشنیاز های یک برنامه وجود نداشته باشد یا سخت افزار آن سیستم برای اجرای آن برنامه مناسب نباشد.</a:t>
            </a:r>
          </a:p>
        </p:txBody>
      </p:sp>
      <p:pic>
        <p:nvPicPr>
          <p:cNvPr id="6" name="Picture 5">
            <a:extLst>
              <a:ext uri="{FF2B5EF4-FFF2-40B4-BE49-F238E27FC236}">
                <a16:creationId xmlns:a16="http://schemas.microsoft.com/office/drawing/2014/main" id="{5AE714F7-F38B-59CF-4A8D-9F2E328FD9A7}"/>
              </a:ext>
            </a:extLst>
          </p:cNvPr>
          <p:cNvPicPr>
            <a:picLocks noChangeAspect="1"/>
          </p:cNvPicPr>
          <p:nvPr/>
        </p:nvPicPr>
        <p:blipFill>
          <a:blip r:embed="rId2"/>
          <a:stretch>
            <a:fillRect/>
          </a:stretch>
        </p:blipFill>
        <p:spPr>
          <a:xfrm>
            <a:off x="2019533" y="3353230"/>
            <a:ext cx="7260972" cy="3199487"/>
          </a:xfrm>
          <a:prstGeom prst="rect">
            <a:avLst/>
          </a:prstGeom>
        </p:spPr>
      </p:pic>
    </p:spTree>
    <p:extLst>
      <p:ext uri="{BB962C8B-B14F-4D97-AF65-F5344CB8AC3E}">
        <p14:creationId xmlns:p14="http://schemas.microsoft.com/office/powerpoint/2010/main" val="258425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3764E-6005-2444-D354-B3E16ACAF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90CD6-176C-4EB7-AF43-A5AA1DC79B2E}"/>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اجرای برنامه و دیباگ کردن</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7E3A047C-F48E-8AA0-9132-34FE57BE12A8}"/>
              </a:ext>
            </a:extLst>
          </p:cNvPr>
          <p:cNvSpPr>
            <a:spLocks noGrp="1"/>
          </p:cNvSpPr>
          <p:nvPr>
            <p:ph idx="1"/>
          </p:nvPr>
        </p:nvSpPr>
        <p:spPr>
          <a:xfrm>
            <a:off x="913794" y="1732449"/>
            <a:ext cx="10353762" cy="4058751"/>
          </a:xfrm>
        </p:spPr>
        <p:txBody>
          <a:bodyPr>
            <a:normAutofit/>
          </a:bodyPr>
          <a:lstStyle/>
          <a:p>
            <a:pPr algn="just" rtl="1">
              <a:lnSpc>
                <a:spcPct val="150000"/>
              </a:lnSpc>
            </a:pPr>
            <a:r>
              <a:rPr lang="fa-IR" b="1" dirty="0">
                <a:latin typeface="IRANSans" panose="02040503050201020203" pitchFamily="18" charset="-78"/>
                <a:cs typeface="IRANSans" panose="02040503050201020203" pitchFamily="18" charset="-78"/>
              </a:rPr>
              <a:t>جهت دیباگ کردن برنامه میتوانید مجددا از هوش مصنوعی استفاده کنید. ارور خود را کپی کنید و مجددا به هوش مصنوعی بدهید تا آن را برطرف کند.</a:t>
            </a:r>
          </a:p>
        </p:txBody>
      </p:sp>
    </p:spTree>
    <p:extLst>
      <p:ext uri="{BB962C8B-B14F-4D97-AF65-F5344CB8AC3E}">
        <p14:creationId xmlns:p14="http://schemas.microsoft.com/office/powerpoint/2010/main" val="164051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8693C-0ED4-AFCF-5BB7-8D7627FFE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AC842-4E5C-D16A-F335-A15E39C8ACF5}"/>
              </a:ext>
            </a:extLst>
          </p:cNvPr>
          <p:cNvSpPr>
            <a:spLocks noGrp="1"/>
          </p:cNvSpPr>
          <p:nvPr>
            <p:ph type="title"/>
          </p:nvPr>
        </p:nvSpPr>
        <p:spPr/>
        <p:txBody>
          <a:bodyPr>
            <a:normAutofit/>
          </a:bodyPr>
          <a:lstStyle/>
          <a:p>
            <a:pPr rtl="1"/>
            <a:r>
              <a:rPr lang="fa-IR" b="1" dirty="0">
                <a:solidFill>
                  <a:srgbClr val="00B050"/>
                </a:solidFill>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تکلیف</a:t>
            </a:r>
            <a:endParaRPr lang="en-US" b="1" dirty="0">
              <a:solidFill>
                <a:srgbClr val="00B050"/>
              </a:solidFill>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14BD0E08-134E-8E62-748A-6E65043CE04E}"/>
              </a:ext>
            </a:extLst>
          </p:cNvPr>
          <p:cNvSpPr>
            <a:spLocks noGrp="1"/>
          </p:cNvSpPr>
          <p:nvPr>
            <p:ph idx="1"/>
          </p:nvPr>
        </p:nvSpPr>
        <p:spPr>
          <a:xfrm>
            <a:off x="913794" y="1732449"/>
            <a:ext cx="10353762" cy="4058751"/>
          </a:xfrm>
        </p:spPr>
        <p:txBody>
          <a:bodyPr>
            <a:normAutofit/>
          </a:bodyPr>
          <a:lstStyle/>
          <a:p>
            <a:pPr algn="just" rtl="1">
              <a:lnSpc>
                <a:spcPct val="150000"/>
              </a:lnSpc>
            </a:pPr>
            <a:r>
              <a:rPr lang="fa-IR" sz="3600" b="1" dirty="0">
                <a:latin typeface="IRANSans" panose="02040503050201020203" pitchFamily="18" charset="-78"/>
                <a:cs typeface="IRANSans" panose="02040503050201020203" pitchFamily="18" charset="-78"/>
              </a:rPr>
              <a:t>با استفاده از وایب کدینگ یک برنامه </a:t>
            </a:r>
            <a:r>
              <a:rPr lang="fa-IR" sz="3600" b="1" dirty="0">
                <a:solidFill>
                  <a:srgbClr val="FF0000"/>
                </a:solidFill>
                <a:latin typeface="IRANSans" panose="02040503050201020203" pitchFamily="18" charset="-78"/>
                <a:cs typeface="IRANSans" panose="02040503050201020203" pitchFamily="18" charset="-78"/>
              </a:rPr>
              <a:t>پایتون</a:t>
            </a:r>
            <a:r>
              <a:rPr lang="fa-IR" sz="3600" b="1" dirty="0">
                <a:latin typeface="IRANSans" panose="02040503050201020203" pitchFamily="18" charset="-78"/>
                <a:cs typeface="IRANSans" panose="02040503050201020203" pitchFamily="18" charset="-78"/>
              </a:rPr>
              <a:t> بسازید که وضعیت اینترنت فعلی را چک کند و سرعت دانلود و آپلود و اینکه اینترنت ملی است یا بین الملل را به صورت زیبا و نمایش جدولی به زبان </a:t>
            </a:r>
            <a:r>
              <a:rPr lang="fa-IR" sz="3600" b="1" dirty="0">
                <a:solidFill>
                  <a:srgbClr val="FF0000"/>
                </a:solidFill>
                <a:latin typeface="IRANSans" panose="02040503050201020203" pitchFamily="18" charset="-78"/>
                <a:cs typeface="IRANSans" panose="02040503050201020203" pitchFamily="18" charset="-78"/>
              </a:rPr>
              <a:t>انگلیسی</a:t>
            </a:r>
            <a:r>
              <a:rPr lang="fa-IR" sz="3600" b="1" dirty="0">
                <a:latin typeface="IRANSans" panose="02040503050201020203" pitchFamily="18" charset="-78"/>
                <a:cs typeface="IRANSans" panose="02040503050201020203" pitchFamily="18" charset="-78"/>
              </a:rPr>
              <a:t> چاپ کند</a:t>
            </a:r>
          </a:p>
        </p:txBody>
      </p:sp>
    </p:spTree>
    <p:extLst>
      <p:ext uri="{BB962C8B-B14F-4D97-AF65-F5344CB8AC3E}">
        <p14:creationId xmlns:p14="http://schemas.microsoft.com/office/powerpoint/2010/main" val="277746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AF5D-C38F-AC7F-348F-2D2933147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99336-2112-9982-9D57-07EE783F2A9E}"/>
              </a:ext>
            </a:extLst>
          </p:cNvPr>
          <p:cNvSpPr>
            <a:spLocks noGrp="1"/>
          </p:cNvSpPr>
          <p:nvPr>
            <p:ph type="ctrTitle"/>
          </p:nvPr>
        </p:nvSpPr>
        <p:spPr>
          <a:xfrm>
            <a:off x="1370693" y="2240764"/>
            <a:ext cx="9440034" cy="2407442"/>
          </a:xfrm>
        </p:spPr>
        <p:txBody>
          <a:bodyPr>
            <a:normAutofit/>
          </a:bodyPr>
          <a:lstStyle/>
          <a:p>
            <a:pPr rtl="1"/>
            <a:r>
              <a:rPr lang="fa-IR" sz="8000" b="1" dirty="0">
                <a:latin typeface="IRANSans" panose="02040503050201020203" pitchFamily="18" charset="-78"/>
                <a:cs typeface="IRANSans" panose="02040503050201020203" pitchFamily="18" charset="-78"/>
              </a:rPr>
              <a:t>موفق باشید</a:t>
            </a:r>
            <a:endParaRPr lang="en-US" sz="80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79CC19DC-A4D1-56F7-08F4-160D5A70FB45}"/>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A04B4FB1-79B5-7FE0-813D-3B30A92B2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
        <p:nvSpPr>
          <p:cNvPr id="7" name="Subtitle 6">
            <a:extLst>
              <a:ext uri="{FF2B5EF4-FFF2-40B4-BE49-F238E27FC236}">
                <a16:creationId xmlns:a16="http://schemas.microsoft.com/office/drawing/2014/main" id="{D89AA7FD-2B55-55E4-A4B1-C1B937315549}"/>
              </a:ext>
            </a:extLst>
          </p:cNvPr>
          <p:cNvSpPr>
            <a:spLocks noGrp="1"/>
          </p:cNvSpPr>
          <p:nvPr>
            <p:ph type="subTitle" idx="1"/>
          </p:nvPr>
        </p:nvSpPr>
        <p:spPr/>
        <p:txBody>
          <a:bodyPr/>
          <a:lstStyle/>
          <a:p>
            <a:r>
              <a:rPr lang="fa-IR" dirty="0"/>
              <a:t> </a:t>
            </a:r>
            <a:endParaRPr lang="en-US" dirty="0"/>
          </a:p>
        </p:txBody>
      </p:sp>
    </p:spTree>
    <p:extLst>
      <p:ext uri="{BB962C8B-B14F-4D97-AF65-F5344CB8AC3E}">
        <p14:creationId xmlns:p14="http://schemas.microsoft.com/office/powerpoint/2010/main" val="41547494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1643</TotalTime>
  <Words>291</Words>
  <Application>Microsoft Office PowerPoint</Application>
  <PresentationFormat>Widescreen</PresentationFormat>
  <Paragraphs>27</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Calisto MT</vt:lpstr>
      <vt:lpstr>IRANSans</vt:lpstr>
      <vt:lpstr>Wingdings 2</vt:lpstr>
      <vt:lpstr>Slate</vt:lpstr>
      <vt:lpstr>برنامه نویسی به زبان پایتون</vt:lpstr>
      <vt:lpstr>45.90.72.56:3007</vt:lpstr>
      <vt:lpstr>وایب کدینگ</vt:lpstr>
      <vt:lpstr>انتخاب هوش مصنوعی</vt:lpstr>
      <vt:lpstr>نصب ماژول ها</vt:lpstr>
      <vt:lpstr>اجرای برنامه و دیباگ کردن</vt:lpstr>
      <vt:lpstr>اجرای برنامه و دیباگ کردن</vt:lpstr>
      <vt:lpstr>تکلیف</vt:lpstr>
      <vt:lpstr>موفق باشید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daemi</dc:creator>
  <cp:lastModifiedBy>farhan daemi</cp:lastModifiedBy>
  <cp:revision>184</cp:revision>
  <dcterms:created xsi:type="dcterms:W3CDTF">2025-09-22T17:48:50Z</dcterms:created>
  <dcterms:modified xsi:type="dcterms:W3CDTF">2026-02-02T10:18:57Z</dcterms:modified>
</cp:coreProperties>
</file>